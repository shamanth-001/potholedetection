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Namma Bengaluru Clean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Civic Engagement &amp; Infrastructure Monitoring</a:t>
            </a:r>
          </a:p>
          <a:p>
            <a:r>
              <a:t>Powered by CivicLens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reporting is slow and unverified</a:t>
            </a:r>
          </a:p>
          <a:p>
            <a:r>
              <a:t>High volume of spam/irrelevant data</a:t>
            </a:r>
          </a:p>
          <a:p>
            <a:r>
              <a:t>Redundant reports for the same issue (noise)</a:t>
            </a:r>
          </a:p>
          <a:p>
            <a:r>
              <a:t>Lack of real-time urgency prioritization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CivicLens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Zero-Shot AI Verification (NVIDIA Vision AI)</a:t>
            </a:r>
          </a:p>
          <a:p>
            <a:r>
              <a:t>Spatial Duplicate Detection (PostGIS 10m Radius)</a:t>
            </a:r>
          </a:p>
          <a:p>
            <a:r>
              <a:t>Gamified Rewards (Impact Points)</a:t>
            </a:r>
          </a:p>
          <a:p>
            <a:r>
              <a:t>Administrative Urgency Heatmaps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React.js + Tailwind CSS</a:t>
            </a:r>
          </a:p>
          <a:p>
            <a:r>
              <a:t>Backend: Node.js + Express + PostGIS</a:t>
            </a:r>
          </a:p>
          <a:p>
            <a:r>
              <a:t>AI Service: Python FastAPI + NVIDIA NIM</a:t>
            </a:r>
          </a:p>
          <a:p>
            <a:r>
              <a:t>Cloud AI: Meta LLaMA 3.2 Vision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AI-Powered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Zero-Shot Prompting: No custom training needed</a:t>
            </a:r>
          </a:p>
          <a:p>
            <a:r>
              <a:t>Strict Anti-Spam: Blocks dogs, chairs, and indoor photos</a:t>
            </a:r>
          </a:p>
          <a:p>
            <a:r>
              <a:t>Heuristic Logic: High-confidence potholes verified instantly</a:t>
            </a:r>
          </a:p>
          <a:p>
            <a:r>
              <a:t>Fallback: Low-confidence reports sent for manual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Community Impact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Valid Report: +10 Points</a:t>
            </a:r>
          </a:p>
          <a:p>
            <a:r>
              <a:t>Upvoting Duplicate: +5 Points</a:t>
            </a:r>
          </a:p>
          <a:p>
            <a:r>
              <a:t>Impact: Crowdsourced confirmation increases priority score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Administrative Spatial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Urgency Heatmap (Heat-layers)</a:t>
            </a:r>
          </a:p>
          <a:p>
            <a:r>
              <a:t>Ward-level resolution tracking</a:t>
            </a:r>
          </a:p>
          <a:p>
            <a:r>
              <a:t>Automated Clean-up Drive scheduling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90% reduction in manual verification time</a:t>
            </a:r>
          </a:p>
          <a:p>
            <a:r>
              <a:t>Cleaner urban data for better planning</a:t>
            </a:r>
          </a:p>
          <a:p>
            <a:r>
              <a:t>Scaleable to streetlights, encroachments, etc.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